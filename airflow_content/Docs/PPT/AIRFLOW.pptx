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F047-DED1-81F5-EAE2-EAB939460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10DE8-E4B8-D5EB-8932-45BE5968C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9D164-AFC9-FA92-E0C6-EF4522386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4635-BE8F-84F3-5CD2-3A20A4C3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77009-4524-5B35-CA06-9546E55C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65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DC403-7B8F-6927-7857-B7C48133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1FB47-0F8F-0958-E311-EE149259D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BC71E-8317-8E29-B4B5-B2FF263D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23F0F-9498-17F0-2BFF-0E10E2F20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82BB9-B714-900A-15E4-B489DC15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96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DB87C-6043-E7FE-47B6-4181A9D3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44B8C-E171-94D9-7B40-304923199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C6819-AE57-407E-864B-A2957829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A3434-8EEB-34AE-C86E-42857923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AF7A5-F85D-1B69-7802-763DF708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292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6126-318C-0404-14F8-EC7E4D6F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58C83-A227-5AB1-EDB9-28F7243FE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7FB59-2286-24C4-A0D0-270BB742E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9BAD8-86BD-2D3D-CB22-13F1786C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A8B34-D387-C328-E90D-9AC22E00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39D2B-B0A9-40B9-FD35-473F1BD4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990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3DC1-4B02-10D5-B8FC-512D072A9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8AC0C-1322-8C40-D44C-6017A56ED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C359B-A0DF-FF5D-0909-ED2AD1486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5CB8BD-66BF-E022-3788-B258D1989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0686A-499C-42E8-6515-22B9E3025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8CBD9-2574-439B-41F1-3EE99F9CD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EB7E68-EA5A-B163-5415-EC2BD38A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32A4D4-95D0-07A0-46FA-945E4692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04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B6D4-2CEC-CC8D-C5CA-83EEBB20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78378D-D7DA-B646-5B04-B20B86E0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AFD56-4D28-8652-A1A3-61C5EC94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868ED-8D7A-DBCD-E155-D360F421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39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C1F87-E5EE-FBB8-D95C-F09AB367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52E22-522A-49C8-D68E-A77803DA9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D7D44-00F3-5686-6358-092DA300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9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F510-1737-8C3B-7932-CD801316F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9E57-6301-3CFE-5E3D-7DF76C6CE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F2531-61E1-6E47-85A8-37CB5EA9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5FB78-57B2-7F27-F39B-A4AE5358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4119A-C70B-E46F-D3E5-99CC8C85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D0FA2-4B66-EDF8-371B-3947D654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19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6F19-1DF6-6642-19E9-2CDF9B4F4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134E2D-5D1B-C05B-982F-163035ABA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7A104-B3E3-DE36-F1D3-200E548BC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353EC-8751-773C-84E9-8D6A83E5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F46E8-B386-EB60-C31A-D559445B7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74E54-C54F-3B9E-1A16-4FFCC351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07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07AF-C610-F89E-F137-CC32961E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8337A-F081-1746-BC7F-C593A9463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BA2A-D78D-4DF3-007B-88835403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8BA8D-2591-74BE-C51A-2966E3BD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B8D63-20B2-B721-B07C-352A89B1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721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4E9EFD-4C03-6C93-9001-2D6F18A57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F83DC-7409-44F1-6C72-6CCF511B1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F529E-EE6B-094B-4044-BDAAF8BC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23AA8-1D89-0D38-B563-560482B9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07B28-7570-F973-DD36-ECE6FA79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31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DB088-9126-45D7-C22E-14C7FF4F4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09FA5-145E-8EF7-CCF3-7DCE95AA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2D2E0-2D05-F084-65CC-3195037EE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DC3F6-91BB-4F0D-84AE-C98398D85189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48C2E-9743-5419-F6C1-AEE82C94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34EA5-DEB0-307F-CD25-3DE8D81E7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43715-778E-488F-AF08-787EF04A7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32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454F-75BB-3673-474F-BCD49A6ECC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7F7785-071E-C277-BF9E-A415AF19E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335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11CD1-C435-0522-F301-239AFD562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 -1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585B20-3FDC-D93A-9BFD-F588112B5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280" y="2674076"/>
            <a:ext cx="10503440" cy="26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0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0325-499A-5C5C-2108-F2C0E4A29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5891"/>
          </a:xfrm>
        </p:spPr>
        <p:txBody>
          <a:bodyPr/>
          <a:lstStyle/>
          <a:p>
            <a:r>
              <a:rPr lang="en-US" dirty="0"/>
              <a:t>Instructions -2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B1326E-2271-ACD5-D7BB-E4D3EC257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4052" y="3115423"/>
            <a:ext cx="7683895" cy="177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25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EC5C4-DBFD-5007-24F8-783A8D069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9CF066-7CFC-6DBD-B578-F45FE1F40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525" y="2734056"/>
            <a:ext cx="9168258" cy="206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18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Instructions -1 </vt:lpstr>
      <vt:lpstr>Instructions -2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Rithuik Yerrabrolu</dc:creator>
  <cp:lastModifiedBy>Rithuik Yerrabrolu</cp:lastModifiedBy>
  <cp:revision>4</cp:revision>
  <dcterms:created xsi:type="dcterms:W3CDTF">2026-09-18T06:58:17Z</dcterms:created>
  <dcterms:modified xsi:type="dcterms:W3CDTF">2026-09-18T07:00:30Z</dcterms:modified>
</cp:coreProperties>
</file>