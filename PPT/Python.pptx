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3C21-3BDF-7E64-538F-914A55FCC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67AE8-C66D-E976-BAD0-26166FBBF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DBCC9-0B60-E3F0-7263-7958FE38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88515-5CEA-B5CC-834F-8EF33202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346EB-B88E-9CCC-BEE2-745F90C01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069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84810-10CA-830F-FDB7-E7EA3226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391E-6C98-5EB5-8761-EA799839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65FBA-E626-F4B1-475D-3FE7DB558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688EF-E272-A019-278F-B2F5CD56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1A0-174D-F2C9-3DA6-8ABF381E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69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2C5B-E085-0961-7E57-547D294C2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B0DC8-BA86-A035-DDE4-CFD0858E3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50992-3471-73B2-2C7D-F87B32D59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C3AD0-34F5-9D66-EF06-19C11620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D9179-F744-7939-C91F-002D5380D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77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5BB53-15F5-9DDB-1877-6206AC10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08B2-11FC-5692-00BC-5C62E2ACA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7576E-0D09-5E3E-4D3B-F61C6F808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42E62-3782-E646-BF65-615E8E24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A58C3-7E67-25D7-D756-D5F59BE9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454E6-AAA4-E87D-AC0C-820A78CB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043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3996-F0B2-5B9E-8FFE-63F37604A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102DB-CBB5-54D7-DBC3-E9D1DCA02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FE648-3C22-E877-8420-F2DABDD4B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71AC2-C1AA-E21D-D449-D7BAE4E05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0F19A-99A3-3700-80C3-47A9F7BBF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6C6B2-B9EC-589A-8D10-A3D98264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EDDF1-340A-8C15-91AD-C1F3BB9C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573736-D422-E745-6F39-F8F8EDFF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8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1A4D-6BE3-97FB-287A-4F2EE9A9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A70495-109A-635F-3BBD-88EF21D6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34149-05CB-3C35-783B-AC4928B0E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E25DE-1D2E-72CB-74BF-DB2F0831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74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1CA234-26F5-2B84-B02C-BE9C0D9B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50EC72-CA87-C3EC-9838-97D80D8A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2DA7D-FDA5-8C6C-FA62-94BFFA2F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14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0B80-39AE-8D45-3E73-398EB31B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31B75-C415-1D80-D6DC-33C15E336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DF273-75C0-079F-7792-4E6A09EDF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35868-B817-72FC-52FF-09F130DB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6C8BD-A623-5516-A325-C031D3458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F5319-2868-13EE-A18D-9957DA427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34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89F0C-C4CB-A457-2D24-F1AC227E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C077A8-7F65-F1B7-765A-0532F37A2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A2A8D-7843-024A-659C-E4E7F0A982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E9386-5CFF-FB01-7401-6BBBA58A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93BD5-A195-58CF-ACA4-5E2B3B06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8C397-B6EF-1062-4996-C0BC9541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306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ABE9-1937-0FB8-0A6F-FFA7FE26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1FC5B-6AD6-074C-FA31-2D9FC757D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B3C2-9136-35F4-E1B2-C634C116E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162F8-F9DC-55A1-DD30-140C9BCE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1F9F8-A678-0BA5-26E9-0325382F7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96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EF479A-716C-6697-BF19-21A6E2F15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349AB-5857-2AC6-3F7A-64C6286B3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DCC41-890C-3491-5D00-423E787B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1831C-5E0F-50BC-BCFC-6A4313E31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17935-9F7B-76A0-D9C9-86B22B97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48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B0EE78-1F28-0A2E-CFB5-60D69A248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404D7-10BB-1D58-D785-9564B66FB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3011A-39BC-0B35-8C1F-DC5A91E60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EB622-FC19-4454-856B-E65A36D986A0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D9940-E833-EFBB-0F90-DBE8C462B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BF5B2-B3E4-0B97-94C0-423A33ED4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CD3DC-9B83-4857-9A06-827941297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06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6B68-D528-EAE8-9384-9F319901A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0571"/>
            <a:ext cx="9144000" cy="779589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DBDB1-9824-0501-2CDD-1F61F68C1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72184"/>
            <a:ext cx="9144000" cy="378561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Installation Python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Installation of VS Code</a:t>
            </a:r>
          </a:p>
        </p:txBody>
      </p:sp>
    </p:spTree>
    <p:extLst>
      <p:ext uri="{BB962C8B-B14F-4D97-AF65-F5344CB8AC3E}">
        <p14:creationId xmlns:p14="http://schemas.microsoft.com/office/powerpoint/2010/main" val="2651099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6D89F-5652-4F58-F663-6A11D3C9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0443"/>
          </a:xfrm>
        </p:spPr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6EECD-45AB-3508-B1C2-8D0F4188D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5568"/>
            <a:ext cx="10515600" cy="5061395"/>
          </a:xfrm>
        </p:spPr>
        <p:txBody>
          <a:bodyPr/>
          <a:lstStyle/>
          <a:p>
            <a:r>
              <a:rPr lang="en-US" dirty="0"/>
              <a:t>Python Support Functional &amp; Object Orient Paradigm</a:t>
            </a:r>
          </a:p>
          <a:p>
            <a:r>
              <a:rPr lang="en-US" dirty="0"/>
              <a:t>Can be developed webapps, Data analysis &amp; ML with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77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7BDC8-CBE2-5AF0-6BD3-66CF6009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013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Installing Python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0005D8-FE2B-C5DF-A8AD-BFEE5CC98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2771"/>
            <a:ext cx="10515600" cy="431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32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2E911A-5FD6-E3A7-7193-7944CF755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494" y="701535"/>
            <a:ext cx="8973011" cy="545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1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EFCB-8FB4-995C-2CA3-41296AE1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3011"/>
          </a:xfrm>
        </p:spPr>
        <p:txBody>
          <a:bodyPr/>
          <a:lstStyle/>
          <a:p>
            <a:r>
              <a:rPr lang="en-US" dirty="0"/>
              <a:t>Installation Verification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E952F-1B15-9261-2419-EEAD1A94D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8833" y="2095423"/>
            <a:ext cx="7474334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29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06D9-9925-1A57-E59D-68105EDEA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4179"/>
          </a:xfrm>
        </p:spPr>
        <p:txBody>
          <a:bodyPr/>
          <a:lstStyle/>
          <a:p>
            <a:r>
              <a:rPr lang="en-US" dirty="0"/>
              <a:t>VS CODE INSTALLATION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CD7286-1F42-1990-5FBE-02900FB38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525" y="1825625"/>
            <a:ext cx="95929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1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6355E4-0E50-605D-7660-DF24B7C1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193" y="1082554"/>
            <a:ext cx="6083613" cy="469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9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3CC12F-8939-981F-1809-A0B8EFDE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397" y="1120656"/>
            <a:ext cx="5931205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23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B261E-8E55-D26C-3B38-CFC8978D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FA4B5-FCD8-2E82-44DA-9F1DE313B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99B4C9-815A-DADF-6FF7-197F3F46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43" y="0"/>
            <a:ext cx="115891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03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D8110-45E7-5E4C-88CD-CD36BA5B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1571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Virtual Environment</a:t>
            </a:r>
            <a:br>
              <a:rPr lang="en-US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1FEDD6-40E2-9D5B-D9B2-F77EC6F12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9625" y="1680273"/>
            <a:ext cx="3892750" cy="374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8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47F9-4465-59C9-2CB1-0DFB00911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2739"/>
          </a:xfrm>
        </p:spPr>
        <p:txBody>
          <a:bodyPr/>
          <a:lstStyle/>
          <a:p>
            <a:r>
              <a:rPr lang="en-US" dirty="0"/>
              <a:t>Creating Python </a:t>
            </a:r>
            <a:r>
              <a:rPr lang="en-US" dirty="0" err="1"/>
              <a:t>Venv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C54A6-025C-B72D-B2ED-43E0211DE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–m </a:t>
            </a:r>
            <a:r>
              <a:rPr lang="en-US" dirty="0" err="1"/>
              <a:t>venv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7F884F-7EA1-F293-548E-7D0C3EBA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443" y="2959076"/>
            <a:ext cx="4153113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44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45</Words>
  <Application>Microsoft Office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Python</vt:lpstr>
      <vt:lpstr>Introduction</vt:lpstr>
      <vt:lpstr>Installing Python</vt:lpstr>
      <vt:lpstr>PowerPoint Presentation</vt:lpstr>
      <vt:lpstr>Installation Verification</vt:lpstr>
      <vt:lpstr>VS CODE INSTALLATION</vt:lpstr>
      <vt:lpstr>PowerPoint Presentation</vt:lpstr>
      <vt:lpstr>PowerPoint Presentation</vt:lpstr>
      <vt:lpstr>PowerPoint Presentation</vt:lpstr>
      <vt:lpstr>Python Virtual Environment </vt:lpstr>
      <vt:lpstr>Creating Python Venv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Rithuik Yerrabrolu</dc:creator>
  <cp:lastModifiedBy>Rithuik Yerrabrolu</cp:lastModifiedBy>
  <cp:revision>29</cp:revision>
  <dcterms:created xsi:type="dcterms:W3CDTF">2026-08-01T07:40:12Z</dcterms:created>
  <dcterms:modified xsi:type="dcterms:W3CDTF">2026-08-01T09:24:59Z</dcterms:modified>
</cp:coreProperties>
</file>