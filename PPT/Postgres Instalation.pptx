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5FD4-9649-1CEB-E1C1-FBC5730E5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FCB42-D5F0-F4A6-25FE-0A622FC4D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6FFAE-114A-F724-BEAA-08354579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4BFFB-D871-6E3B-91C4-DF2116C7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7589B-9470-4518-554D-8FE79570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76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BD63-7515-FB74-00D8-489631BA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9BE59-7C7B-D809-F463-424322EA9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B6B4-78B2-1026-7057-795BD9AE1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98904-D5F8-F68D-71E8-B322C6A1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8761C-4D18-F395-9FCF-6804743D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09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D3E5-6440-2492-3BD9-3A099461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2229E-5322-3214-D4BB-7F577211A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C947F-7C9E-2B12-5C22-1E7D327B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04A46-4DD0-F384-F44F-76D47757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46577-75CD-57FB-8820-4CAB9D04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98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99B7-56E6-705B-58E0-CB38B4E4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7DC20-3FD6-3A21-0E00-9AB6B6792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68505-9E8D-8233-C9B0-79C89BA09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0CFE5-ACBA-1A49-1EED-C50A8197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107CC-AA6F-4126-B25D-A6E060BA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4A36D-F49A-FEC1-3D3E-992FE110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1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824B-31BE-23DC-71A4-65C1EBE0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FEAF6-063A-7706-5C9A-C9C6CD27C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765C4-39FB-A8A1-379D-CE9072B43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AF11F-3B0E-3B2C-7DF7-0BA201793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2C52C-18E3-3FEA-4813-A4126B4B2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D8648-B741-D21E-35E3-59EBAC2AE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132A4-6325-07A0-F3AA-AFECC010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3370C-97EB-018C-B19D-3BD20837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99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1F82-185E-4C00-A5FC-A1904C7C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9A434C-3AAB-A088-5B39-9AA8DE2C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F3818-2498-DBC2-8973-8CB60CE0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A3EEA-9FEE-117A-B320-9D3E0876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47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BDFED-7BD8-B65A-62A9-03CB077D5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79D04-83D9-B314-2D02-B99784B6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364C5-EC3C-1525-0DB9-14E416A1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48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3E4F-6304-6E57-73B0-71C5FECB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8DC96-393C-B572-B5E1-861B15781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9CCC1-AF00-6D8E-A19C-1F809FC9D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BD19E-C108-D7BB-717A-7BC3174A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57D87-81F0-3A75-E2CC-B2DE50A4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7DE45-C85B-373D-194F-57EA42A5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5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B19A-4950-5465-F9F9-5AAA7A3E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30B87-A5E2-446B-750B-91805C2D8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9B515-4354-43F9-085F-D76DFE303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6BD22-3272-96AE-5FF2-650F7DA6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6F325-282B-BF0A-1F0C-3BE628EC3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8493A-7BD0-F2C6-8BFD-6B09A093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63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96B0-F1CC-B0CC-83D3-F918D8B3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D2ABF-54D2-B9DE-DB65-C46309960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09DA0-0A69-F013-CC0E-82C7AA79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D4D7E-E660-5587-13C0-D4BA6EFA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21E17-FE17-BA32-7C9A-F31A5DC8D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27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0962BD-8CF0-EA2B-951A-CD720828D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E7B28-296D-341C-D1C1-16A56C59B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5BF79-EC47-6D2B-E651-C2982757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1E11C-EC02-A037-1CE1-732F30B3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01F64-7238-D443-64EB-41B66315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80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85A15-D677-372C-8993-83ED52B05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F034F-D7B1-CFBF-72BF-89A7C39CF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2FF7D-F025-F242-5D38-50D161FFD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A078C-1133-4653-A580-4DF3AAFB2A3F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17A0D-D7D1-848B-F10A-3270F8E9A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DC1C5-4FE6-0032-EFDA-91F77C8E2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9D32D-9A7F-4031-97F6-7993DB17C0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00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6169-747C-3DF2-A31B-9FA2D5B00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9992" y="354267"/>
            <a:ext cx="9144000" cy="1145349"/>
          </a:xfrm>
        </p:spPr>
        <p:txBody>
          <a:bodyPr/>
          <a:lstStyle/>
          <a:p>
            <a:r>
              <a:rPr lang="en-US" dirty="0"/>
              <a:t>Download Postgres SQL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07595-8E15-7066-B55F-78500C2C5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8216"/>
            <a:ext cx="9144000" cy="35295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3FD23-9E77-46DA-D5BD-53EFA6BFC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294" y="3067031"/>
            <a:ext cx="8001411" cy="72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2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3788-4746-8DB5-DD4A-0A14AA083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3011"/>
          </a:xfrm>
        </p:spPr>
        <p:txBody>
          <a:bodyPr/>
          <a:lstStyle/>
          <a:p>
            <a:r>
              <a:rPr lang="en-US" dirty="0"/>
              <a:t>Install Postgres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627D2-DD0D-04C9-12D5-9A74F8879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7226" y="1825625"/>
            <a:ext cx="55175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41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A11D-89DF-3C9F-58AB-20E6BCD6E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5F3E7D-F9F3-2F48-80F8-F547026BB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2366" y="1931087"/>
            <a:ext cx="5207268" cy="41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9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18F71-B236-38A6-D3E6-04130D870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88" y="1139707"/>
            <a:ext cx="6286823" cy="457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5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9ABEA4-BE2E-CB5A-7F58-F8E1F2890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67" y="1095255"/>
            <a:ext cx="6153466" cy="466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8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5F6D40-F6AB-0D05-B50A-5A88AD3A8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067" y="1863644"/>
            <a:ext cx="5181866" cy="31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73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696F8A-A3D5-DAB0-A77A-0917302C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8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2E0E-EEDF-75B6-2E66-29932590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2F3D-4141-3FED-FD22-EC706EFBE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03723-4524-014D-A7E7-0CBD2278E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9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319C-6B12-090C-9BE8-8CFB1369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Pgadmin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F8FB16-4662-249A-FFA6-4BB8D0F63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4024" y="895350"/>
            <a:ext cx="9183951" cy="528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8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Download Postgres SQL</vt:lpstr>
      <vt:lpstr>Install Postgres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Pgadmin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Rithuik Yerrabrolu</dc:creator>
  <cp:lastModifiedBy>Rithuik Yerrabrolu</cp:lastModifiedBy>
  <cp:revision>12</cp:revision>
  <dcterms:created xsi:type="dcterms:W3CDTF">2026-08-01T09:29:39Z</dcterms:created>
  <dcterms:modified xsi:type="dcterms:W3CDTF">2026-08-01T11:11:01Z</dcterms:modified>
</cp:coreProperties>
</file>