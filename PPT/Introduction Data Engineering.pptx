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1969-AD29-1B21-0073-5B9DC2113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170F0-99AC-2D7C-E44E-A36B3B17A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880F3-49F2-EDBD-D2CA-5D63874C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AFFC1-5794-01BC-329D-BE435E8A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0E69-D383-F522-A4F2-86AAD361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6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E1D50-7BB4-C37D-C4FB-07C6C6C5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999AD-11B1-1762-0697-FD8C24CE7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9D499-0EBE-CBBE-4361-0080B4AC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54A6E-0212-B630-7F44-7D2BD2E2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31C66-F5AE-FC2F-65CD-767735C7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24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C0F8-67E9-900E-1307-C902D30F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0DB3A-B59B-8D9F-80C6-E6A6FABC4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5C3A-BAA7-97EB-2200-55D6A1CA5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03463-77A7-8723-4162-755043FA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74654-B392-A407-517E-CA16ABD1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35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139D-21F0-6D93-6741-EAD82F22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C076-C5FE-6801-3F3A-F8F348CD7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C5DD2-7C3E-3439-F24E-7C5E0DF3C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11D5E-2205-2B55-693E-14439237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39785-D9E2-DF69-FFFC-D740CD10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6B16-A417-E3D1-78BF-372B4F77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02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5168-30FE-A529-02F6-2646329C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6F0E-2CFC-1074-2E7C-B742565D5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D013B-2F7F-9762-9C59-9D23AA0E8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7E0F0-2246-9E07-27F9-EF303F2BB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51C1C-A244-160F-5C03-1F5C67F4F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4BA32-9F53-11C4-0E18-C588EB36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C7390-59F7-F058-513A-A1ED7BB2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A0955E-545D-45D6-5ACA-A55F0F8A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3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67C2-EF6F-30E1-AB77-446FADCE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CFC8E-1574-958E-7684-1CD247723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016F4-6644-3379-2944-6A0C7240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3F358-C2B9-9016-BE4F-5F418FC0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82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8EA8A-1C5E-4125-3311-B9B8B3C71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DF734-B8D5-7431-0F17-7438E7C7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9C0BF-C701-69B9-E0C2-BA37C26F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4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9CB8-1232-D32A-31DA-15CDE460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245CD-2241-E674-FF11-DCC19829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206DB-64B2-E50F-748B-248D19049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34C43-321E-11BB-6565-81AA118F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CEA91-AAC0-4222-2F35-470D15B98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1B875-6561-7ADD-3439-D9EF437A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09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CCB0-BBF2-A46F-C33A-CA13262C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E1BB71-FA9C-8B35-13B3-C753671CC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9E92F-4FF9-F404-A88A-8340AB2F3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CC71A-0E4A-8611-728D-F4658AD70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7D438-758E-63DC-8DB0-430D1900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09BC9-B355-434A-BFA7-79DDB3FB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4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1BDF-C29C-0E59-8D2A-5424D821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B46B2-B9C1-3022-1E99-FEC3D7A73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BB773-6A55-C7AA-958B-31E18655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59E97-DDD7-23E7-CCBD-8169C8B0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7F833-A709-56AB-F907-3EDE9C38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24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79CE31-B66F-D42E-D39E-1F5AA9BEE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0F97E-8A6B-2D5D-B3A5-8ED3CE494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3AB53-F999-A8C0-FD83-3CE6EC4B6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AB0EA-3FAE-1721-DFAD-7149A304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9DA7-A91E-BC21-5FB8-050C8CAE7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3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EB04F-0C3D-4EF0-116B-90D02A89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C575D-B0DD-5D1E-911A-7E81B4CDF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64824-2F6D-9B88-54F3-C55BE88DE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91485-9210-4F5A-8875-A170B1056E5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65EB-67EC-0798-D579-4D86B29E8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DF93F-35B3-41BA-10A2-CDC55E188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4937C-D645-4974-86CB-439A33F94C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53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16E3-9AEB-D91B-4B17-3499F32F2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98461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Data Engineering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07ADC-9089-64C1-0DD7-E27F4274A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0824"/>
            <a:ext cx="9144000" cy="323697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Enterprise Data management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Aspects of Data management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is Data </a:t>
            </a:r>
            <a:r>
              <a:rPr lang="en-US" dirty="0" err="1"/>
              <a:t>Enigneering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 Data Engineering is Evolving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Skills Required to Data Engineer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51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9734-5D6C-892C-DF61-C61A8076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US" dirty="0"/>
              <a:t>Enterprise Data </a:t>
            </a:r>
            <a:r>
              <a:rPr lang="en-US" dirty="0" err="1"/>
              <a:t>Managemnt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9281-C131-CE49-6507-36DE3A0CC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824"/>
            <a:ext cx="10515600" cy="5299139"/>
          </a:xfrm>
        </p:spPr>
        <p:txBody>
          <a:bodyPr/>
          <a:lstStyle/>
          <a:p>
            <a:r>
              <a:rPr lang="en-US" dirty="0" err="1"/>
              <a:t>DataGovernance</a:t>
            </a:r>
            <a:endParaRPr lang="en-US" dirty="0"/>
          </a:p>
          <a:p>
            <a:r>
              <a:rPr lang="en-US" dirty="0" err="1"/>
              <a:t>DataQuality</a:t>
            </a:r>
            <a:endParaRPr lang="en-US" dirty="0"/>
          </a:p>
          <a:p>
            <a:r>
              <a:rPr lang="en-US" dirty="0" err="1"/>
              <a:t>MetaData</a:t>
            </a:r>
            <a:r>
              <a:rPr lang="en-US" dirty="0"/>
              <a:t> Management </a:t>
            </a:r>
          </a:p>
          <a:p>
            <a:r>
              <a:rPr lang="en-US" dirty="0"/>
              <a:t>Data Integration</a:t>
            </a:r>
          </a:p>
          <a:p>
            <a:r>
              <a:rPr lang="en-US" dirty="0"/>
              <a:t>Security &amp; Privacy</a:t>
            </a:r>
          </a:p>
          <a:p>
            <a:r>
              <a:rPr lang="en-US" dirty="0"/>
              <a:t>Data Observability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90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5676-819F-A123-03A1-C1381A88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739"/>
          </a:xfrm>
        </p:spPr>
        <p:txBody>
          <a:bodyPr/>
          <a:lstStyle/>
          <a:p>
            <a:r>
              <a:rPr lang="en-US" dirty="0"/>
              <a:t>Data Governance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756D0-AE7E-DA69-856D-F273B2EA7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864"/>
            <a:ext cx="10515600" cy="4979099"/>
          </a:xfrm>
        </p:spPr>
        <p:txBody>
          <a:bodyPr/>
          <a:lstStyle/>
          <a:p>
            <a:r>
              <a:rPr lang="en-US" dirty="0"/>
              <a:t>Govern Data</a:t>
            </a:r>
          </a:p>
          <a:p>
            <a:r>
              <a:rPr lang="en-US" dirty="0"/>
              <a:t>Classify Data &amp; implements Data Access roles</a:t>
            </a:r>
          </a:p>
          <a:p>
            <a:r>
              <a:rPr lang="en-US" dirty="0"/>
              <a:t>Delegate Ownership of Data</a:t>
            </a:r>
          </a:p>
          <a:p>
            <a:r>
              <a:rPr lang="en-US" dirty="0"/>
              <a:t>Responsible for Data Protection Standards like GDPR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3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FA7B-DAE5-581D-1C39-1FD93B73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611"/>
          </a:xfrm>
        </p:spPr>
        <p:txBody>
          <a:bodyPr/>
          <a:lstStyle/>
          <a:p>
            <a:r>
              <a:rPr lang="en-US" dirty="0"/>
              <a:t>Enterprise Data Quality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C234B-85CA-F180-6C66-0521C6071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736"/>
            <a:ext cx="10515600" cy="4860227"/>
          </a:xfrm>
        </p:spPr>
        <p:txBody>
          <a:bodyPr/>
          <a:lstStyle/>
          <a:p>
            <a:r>
              <a:rPr lang="en-US" dirty="0"/>
              <a:t>Missing Values, formats , precisions check</a:t>
            </a:r>
          </a:p>
          <a:p>
            <a:r>
              <a:rPr lang="en-US" dirty="0"/>
              <a:t>Data Completeness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36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EB0D-613E-5E9B-3686-8885C533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Integration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8BE770-EBA1-0855-B9D2-72BFFA946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4248" y="1173637"/>
            <a:ext cx="7104628" cy="547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48E4-B8DA-B837-EC45-6D94180D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883"/>
          </a:xfrm>
        </p:spPr>
        <p:txBody>
          <a:bodyPr/>
          <a:lstStyle/>
          <a:p>
            <a:r>
              <a:rPr lang="en-US" dirty="0"/>
              <a:t>Enterprise Data Platform</a:t>
            </a:r>
            <a:endParaRPr lang="en-IN" dirty="0"/>
          </a:p>
        </p:txBody>
      </p:sp>
      <p:pic>
        <p:nvPicPr>
          <p:cNvPr id="4" name="Content Placeholder 3" descr="Enterprise Data Platform | Blueprint Intelligence">
            <a:extLst>
              <a:ext uri="{FF2B5EF4-FFF2-40B4-BE49-F238E27FC236}">
                <a16:creationId xmlns:a16="http://schemas.microsoft.com/office/drawing/2014/main" id="{1460302E-96C7-A107-43A5-37FB36E13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8064" y="1743329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0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BEFE-F730-0E67-EDDE-AD72F0C1A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70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Observability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896D-77EF-D802-C84F-B9EAB9F2A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032"/>
            <a:ext cx="10515600" cy="4777931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3766A-545A-8172-5FC2-0EBB4244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127" y="1606456"/>
            <a:ext cx="5759746" cy="3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4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80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Introduction Data Engineering</vt:lpstr>
      <vt:lpstr>Enterprise Data Managemnt</vt:lpstr>
      <vt:lpstr>Data Governance</vt:lpstr>
      <vt:lpstr>Enterprise Data Quality</vt:lpstr>
      <vt:lpstr>Data Integration</vt:lpstr>
      <vt:lpstr>Enterprise Data Platform</vt:lpstr>
      <vt:lpstr>Data Observability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Rithuik Yerrabrolu</dc:creator>
  <cp:lastModifiedBy>Rithuik Yerrabrolu</cp:lastModifiedBy>
  <cp:revision>23</cp:revision>
  <dcterms:created xsi:type="dcterms:W3CDTF">2026-08-01T06:34:23Z</dcterms:created>
  <dcterms:modified xsi:type="dcterms:W3CDTF">2026-08-01T07:38:56Z</dcterms:modified>
</cp:coreProperties>
</file>